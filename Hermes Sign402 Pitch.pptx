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93ee288a840fa" /><Relationship Type="http://schemas.openxmlformats.org/officeDocument/2006/relationships/extended-properties" Target="/docProps/app.xml" Id="Rfb5653a798cf4236" /><Relationship Type="http://schemas.openxmlformats.org/officeDocument/2006/relationships/officeDocument" Target="/ppt/presentation.xml" Id="R5ad74b6983b7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b918377e24e79"/>
  </p:sldMasterIdLst>
  <p:notesMasterIdLst>
    <p:notesMasterId xmlns:r="http://schemas.openxmlformats.org/officeDocument/2006/relationships" r:id="R241fb3ac3059406a"/>
  </p:notesMasterIdLst>
  <p:sldIdLst>
    <p:sldId xmlns:r="http://schemas.openxmlformats.org/officeDocument/2006/relationships" id="256" r:id="R427362edb52f45cd"/>
    <p:sldId xmlns:r="http://schemas.openxmlformats.org/officeDocument/2006/relationships" id="257" r:id="Re12852e27b9449a6"/>
    <p:sldId xmlns:r="http://schemas.openxmlformats.org/officeDocument/2006/relationships" id="258" r:id="R500dcc8a706e436e"/>
    <p:sldId xmlns:r="http://schemas.openxmlformats.org/officeDocument/2006/relationships" id="259" r:id="R30ce9c7b29204834"/>
    <p:sldId xmlns:r="http://schemas.openxmlformats.org/officeDocument/2006/relationships" id="260" r:id="Rf7a375cc5bd54d27"/>
    <p:sldId xmlns:r="http://schemas.openxmlformats.org/officeDocument/2006/relationships" id="261" r:id="Rc24c3706c7e74cb8"/>
    <p:sldId xmlns:r="http://schemas.openxmlformats.org/officeDocument/2006/relationships" id="262" r:id="R1b2f18a5c7c5451d"/>
    <p:sldId xmlns:r="http://schemas.openxmlformats.org/officeDocument/2006/relationships" id="263" r:id="R08fbe59fe92247de"/>
    <p:sldId xmlns:r="http://schemas.openxmlformats.org/officeDocument/2006/relationships" id="264" r:id="R2460cc9426ef4742"/>
    <p:sldId xmlns:r="http://schemas.openxmlformats.org/officeDocument/2006/relationships" id="265" r:id="Rc3f07d0b67a84b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b918377e24e79" /><Relationship Type="http://schemas.openxmlformats.org/officeDocument/2006/relationships/theme" Target="/ppt/theme/theme1.xml" Id="R6344305a3ae14348" /><Relationship Type="http://schemas.openxmlformats.org/officeDocument/2006/relationships/notesMaster" Target="/ppt/notesMasters/notesMaster1.xml" Id="R241fb3ac3059406a" /><Relationship Type="http://schemas.openxmlformats.org/officeDocument/2006/relationships/presProps" Target="/ppt/presProps.xml" Id="R3d47fb39682f4448" /><Relationship Type="http://schemas.openxmlformats.org/officeDocument/2006/relationships/viewProps" Target="/ppt/viewProps.xml" Id="Rd1fe9eb02a204d39" /><Relationship Type="http://schemas.openxmlformats.org/officeDocument/2006/relationships/tableStyles" Target="/ppt/tableStyles.xml" Id="R9e22c33a25f4426f" /><Relationship Type="http://schemas.openxmlformats.org/officeDocument/2006/relationships/slide" Target="/ppt/slides/slide1.xml" Id="R427362edb52f45cd" /><Relationship Type="http://schemas.openxmlformats.org/officeDocument/2006/relationships/slide" Target="/ppt/slides/slide2.xml" Id="Re12852e27b9449a6" /><Relationship Type="http://schemas.openxmlformats.org/officeDocument/2006/relationships/slide" Target="/ppt/slides/slide3.xml" Id="R500dcc8a706e436e" /><Relationship Type="http://schemas.openxmlformats.org/officeDocument/2006/relationships/slide" Target="/ppt/slides/slide4.xml" Id="R30ce9c7b29204834" /><Relationship Type="http://schemas.openxmlformats.org/officeDocument/2006/relationships/slide" Target="/ppt/slides/slide5.xml" Id="Rf7a375cc5bd54d27" /><Relationship Type="http://schemas.openxmlformats.org/officeDocument/2006/relationships/slide" Target="/ppt/slides/slide6.xml" Id="Rc24c3706c7e74cb8" /><Relationship Type="http://schemas.openxmlformats.org/officeDocument/2006/relationships/slide" Target="/ppt/slides/slide7.xml" Id="R1b2f18a5c7c5451d" /><Relationship Type="http://schemas.openxmlformats.org/officeDocument/2006/relationships/slide" Target="/ppt/slides/slide8.xml" Id="R08fbe59fe92247de" /><Relationship Type="http://schemas.openxmlformats.org/officeDocument/2006/relationships/slide" Target="/ppt/slides/slide9.xml" Id="R2460cc9426ef4742" /><Relationship Type="http://schemas.openxmlformats.org/officeDocument/2006/relationships/slide" Target="/ppt/slides/slide10.xml" Id="Rc3f07d0b67a8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4c8d04eab7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6be55fa32b4e9f" /><Relationship Type="http://schemas.openxmlformats.org/officeDocument/2006/relationships/notesMaster" Target="/ppt/notesMasters/notesMaster1.xml" Id="R961e0737b09c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93f03e11144c4" /><Relationship Type="http://schemas.openxmlformats.org/officeDocument/2006/relationships/notesMaster" Target="/ppt/notesMasters/notesMaster1.xml" Id="R47c10d5e94fa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bd788e5094fdd" /><Relationship Type="http://schemas.openxmlformats.org/officeDocument/2006/relationships/notesMaster" Target="/ppt/notesMasters/notesMaster1.xml" Id="Rb261ecc9bc7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805d8d440948c6" /><Relationship Type="http://schemas.openxmlformats.org/officeDocument/2006/relationships/notesMaster" Target="/ppt/notesMasters/notesMaster1.xml" Id="R094a9a4175ea4f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b86cde919e4fdd" /><Relationship Type="http://schemas.openxmlformats.org/officeDocument/2006/relationships/notesMaster" Target="/ppt/notesMasters/notesMaster1.xml" Id="R0979fadddbf14c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2532fc58b4eec" /><Relationship Type="http://schemas.openxmlformats.org/officeDocument/2006/relationships/notesMaster" Target="/ppt/notesMasters/notesMaster1.xml" Id="R83fa4dc6753549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f1bcdf99fe4988" /><Relationship Type="http://schemas.openxmlformats.org/officeDocument/2006/relationships/notesMaster" Target="/ppt/notesMasters/notesMaster1.xml" Id="R3bdbb0010c5f45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db483815a4858" /><Relationship Type="http://schemas.openxmlformats.org/officeDocument/2006/relationships/notesMaster" Target="/ppt/notesMasters/notesMaster1.xml" Id="R89fc63437d7748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6fe57c55e94f32" /><Relationship Type="http://schemas.openxmlformats.org/officeDocument/2006/relationships/notesMaster" Target="/ppt/notesMasters/notesMaster1.xml" Id="R6c86634b6db34e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cfb9f2ba4d489c" /><Relationship Type="http://schemas.openxmlformats.org/officeDocument/2006/relationships/notesMaster" Target="/ppt/notesMasters/notesMaster1.xml" Id="R5182d50c7f04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b6c0c67ee48d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dececce9b54698" /><Relationship Type="http://schemas.openxmlformats.org/officeDocument/2006/relationships/slideLayout" Target="/ppt/slideLayouts/slideLayout2.xml" Id="R9ca4ce18e5ab4f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a4ce18e5ab4f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3e55c98a244548" /><Relationship Type="http://schemas.openxmlformats.org/officeDocument/2006/relationships/notesSlide" Target="/ppt/notesSlides/notesSlide1.xml" Id="R5f36d62f0510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b381add624142" /><Relationship Type="http://schemas.openxmlformats.org/officeDocument/2006/relationships/notesSlide" Target="/ppt/notesSlides/notesSlide2.xml" Id="R1b1b453dca10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c40e4befb4dee" /><Relationship Type="http://schemas.openxmlformats.org/officeDocument/2006/relationships/notesSlide" Target="/ppt/notesSlides/notesSlide3.xml" Id="Rb12f897595a7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18c4945f94ee0" /><Relationship Type="http://schemas.openxmlformats.org/officeDocument/2006/relationships/notesSlide" Target="/ppt/notesSlides/notesSlide4.xml" Id="R4172bb3e4c4f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a892d056074755" /><Relationship Type="http://schemas.openxmlformats.org/officeDocument/2006/relationships/notesSlide" Target="/ppt/notesSlides/notesSlide5.xml" Id="R6ba15d9c7575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c81f25b344339" /><Relationship Type="http://schemas.openxmlformats.org/officeDocument/2006/relationships/notesSlide" Target="/ppt/notesSlides/notesSlide6.xml" Id="R654d8ce837d14d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2cdbb674446fc" /><Relationship Type="http://schemas.openxmlformats.org/officeDocument/2006/relationships/notesSlide" Target="/ppt/notesSlides/notesSlide7.xml" Id="R91c0d26e7cbd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de1b926b484954" /><Relationship Type="http://schemas.openxmlformats.org/officeDocument/2006/relationships/notesSlide" Target="/ppt/notesSlides/notesSlide8.xml" Id="R648b80503de94d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1bb8254bfb48d6" /><Relationship Type="http://schemas.openxmlformats.org/officeDocument/2006/relationships/notesSlide" Target="/ppt/notesSlides/notesSlide9.xml" Id="R7a5c5b405bb545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0d4fefd7243a7" /><Relationship Type="http://schemas.openxmlformats.org/officeDocument/2006/relationships/notesSlide" Target="/ppt/notesSlides/notesSlide10.xml" Id="Ra888c9063fcc43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0CB6B-61CD-4A47-B7C2-C8B62DC9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0D4E4-B42A-4D44-AD24-6D6A4165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C8788-F39B-4212-91D4-F787D08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9CBC9-EE48-418F-ABD4-A0CCE1C3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AE9D7-3587-4DF8-9D60-6651F9B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ALGOrand x402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6C1E4-CBB6-480C-A971-A8D526A7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Hermes Sign402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D02B1-86BB-4C69-9FAE-A00181B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Hardware-approved x402 payments for AI agents.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F334A-5919-43FF-99E2-0A8FB69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90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7B502-E233-40DD-BC62-FEE7CE30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51911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Telegram agent pays x402 resources on Algorand, but every live payment needs Firefly approval for the exact payment hash.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28E06-CB64-4285-8210-E353B99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12A30-2A1C-4368-B56F-27704F9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agentic commerce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2FA4F-3093-4F69-95F4-1574EFBC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8E9C7-A05D-428E-B350-4C52C0A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957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hardware consent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9AD87-59CA-41D3-9641-26225C7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290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B229D-B345-41AA-8905-34A06821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Algorand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91542-C842-41E9-9CAF-836B7479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3619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4"/>
          </a:solidFill>
          <a:ln xmlns:a="http://schemas.openxmlformats.org/drawingml/2006/main" w="9525">
            <a:solidFill>
              <a:srgbClr val="2D5D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A5BE4-1CD1-4E01-9FF9-7D43C35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097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EE0B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EE0B8"/>
                </a:solidFill>
                <a:latin typeface="Aptos Display"/>
                <a:ea typeface="Aptos Display"/>
                <a:cs typeface="Aptos Display"/>
              </a:rPr>
              <a:t>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D774F-C5EB-4F8C-A2D0-A7CFC755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latest Telegram short-mode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51B18-D355-49D8-8789-35FCAC05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5C7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5C7FF"/>
                </a:solidFill>
                <a:latin typeface="Aptos Display"/>
                <a:ea typeface="Aptos Display"/>
                <a:cs typeface="Aptos Display"/>
              </a:rPr>
              <a:t>0.05 ALGO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F6349-092B-4D37-B32B-2759833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x402 probe payment amount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8475D-044A-48F1-9C70-301C5E76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C85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C85C"/>
                </a:solidFill>
                <a:latin typeface="Aptos Display"/>
                <a:ea typeface="Aptos Display"/>
                <a:cs typeface="Aptos Display"/>
              </a:rPr>
              <a:t>1 tunnel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CB34A-0D70-46CB-A923-83F2F3F2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624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Hermes calls only the Sign402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E1A7C-082C-4B2C-B7DB-82AA12BF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rPr>
              <a:t>policyHash c48a...8490</a:t>
            </a:r>
          </a:p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rPr>
              <a:t>paymentHash 9176...ea61</a:t>
            </a:r>
          </a:p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A8C4C9"/>
                </a:solidFill>
                <a:latin typeface="Aptos Mono"/>
                <a:ea typeface="Aptos Mono"/>
                <a:cs typeface="Aptos Mono"/>
              </a:rPr>
              <a:t>tx HGZ2...QR7A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76954-E4B9-44AB-A50C-2B31C1AB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085CE-D8A4-462F-9B75-48F5966D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88176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E7E31-1C1D-4C86-A68F-CCD052D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53DA6-A588-44F5-AFFF-2DD0C59B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05022-C420-4404-8D8E-90B89C27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1A4CA-8975-4520-B763-FCA469AA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79D50-BCD8-4902-A760-90F85A7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the missing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A5131-F91D-4B55-B4DD-5FAA1933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Agents can pay. Humans need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2C818-1DAC-401C-B2EC-F84F3C5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x402 gives agents a payment rail. Sign402 adds bounded human authorization before settlement.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4653A-A80F-4493-A94A-9EA9E598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2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23C91-F926-48B6-87A5-A116DBFB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Unrestricted agent wallet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D71F8-668A-47D7-B4A8-1AF5652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24123-4FF2-4B5F-83F8-070C6582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private key reaches agent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35081-1A6D-4089-82FA-5CB48566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61AD0-9962-4E2E-B8ED-78EC390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policy is implicit or backend-only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FE9B1-E335-4CB7-8ABC-BBFAEF4C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BC314-9503-410B-AD12-B06BB97A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mistakes can become real payments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27710-6E65-4333-9E78-3386E46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2D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5CC67-43F4-45C4-9ADF-5484361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Manual approval every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28952-8474-4ED0-AF8E-5031253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47049-DAA1-457E-AA93-2B07EDD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safe, but automation disappears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AAD94-C6C1-4B7D-9C22-5163A83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00532-116D-40EE-A853-790F5013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433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poor UX for pay-per-use APIs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BB5E7-7CEC-42BA-A2D1-2E06C95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6C5E0-873D-4B44-BCA5-12F959B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76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hard to audit intent later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6FC7B-FEAB-4171-AA69-7A989CB3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2C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DF58C-626B-49FA-A7E6-B4EF4CC2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Sign402 approval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99AB3-A300-4113-A5D2-E01F4DDF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A06C8-5072-4A48-A7AF-D4C6E16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99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policy sets the agent budget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9E441-E6E7-40C5-B4B4-B14A156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771F3-27FF-4A6A-8D0D-E4058465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gates the exact payment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93FA9-5A27-4432-989F-E8A03D1C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5F587-25A1-49AA-A6D6-E1E2BEF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Algorand settles after 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CFB3E-7F9C-4375-B1F8-2D85A077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E2F0B-6EA9-44D6-BFDA-A8A6463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33894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247D2-59E7-4276-945B-EA7A7DA5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8380B-BA5D-49B7-835E-A8EF691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0CC94-A68F-4411-AFA8-C1E2FF3D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413BC-D73C-4318-BA6C-362C14E4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869A4-4E99-43A4-A8C6-27E1A5F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24853-9410-4B2B-9B4D-4A4A891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A policy is the bridge between autonomy and custody.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186F7-DAED-4477-9403-16CE3FE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Hermes can act autonomously only inside a Firefly-approved commitment.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733A1-EC43-4B1B-A173-FF1F9BA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0439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6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CF0DF-CFE0-4C71-9853-0358D64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29D5-C4EC-42A8-8539-78F687E5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Telegram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A43AD-CDE9-42C2-ABEA-75EA3F7E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User tells Hermes what kind of x402 access is allowed.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C7B64-5129-4FB5-A03A-EAD81A9A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2BB6F-BC14-456E-9AB0-6F814E2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Commitment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8FF7D-5F56-4600-9D02-73A40C3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Canonical policy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AE9E1-F6F1-4F25-A8A0-3CA1E5C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 policy becomes deterministic JSON and a SHA-256 hash.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D4C7D-65F9-4291-9D16-80F6B1B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59785-99A5-4FBB-B201-C8A57FA2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96D07-A11C-4B11-BC26-1B612EC5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F6145-9760-491C-81A5-BFA895A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 device displays the hash and returns an approval event.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08A6C-8AA6-4839-9CE8-AFBCA08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55D1E-6509-4EEF-B435-4EA08F8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2DDDB-0C91-414C-AB22-E3A7AFC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Gateway payment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5A317-A2DB-4309-A319-9D96FA5A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 local Mac sends Algorand payment only after exact payment approval.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9AE40-FA9E-4641-898C-304719F6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43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680A3-4130-477E-953B-F8D3EC75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Result: the agent gets permission, not the private key.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ED5E7-C010-46B0-9533-C137649D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099FB3-7AAA-4BA5-9CCD-EAC941B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66005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E0298-40C3-4D5C-BEC6-C8F27AFD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91FC8-BCFC-4250-B682-60ACE6B8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A45DA-A56A-410C-8F5F-6C580ADF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D5AAE-1D40-47E6-9BD5-6B8A84B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04139-DC05-4167-9A15-074E932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live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CD200-5E98-46D3-A629-403BE80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One Telegram command triggers the whole x402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8996C-CB76-4C99-894D-BD63FED5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Hermes calls one gateway endpoint; the gateway performs the resource, Firefly, payment, and dashboard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5920D-64E0-4C23-AA22-6074A3B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192C-3CF0-4875-B9AE-37828AA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41AB2-DBB7-48CB-BB34-220E9F5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buy x402 probe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E96AF-64A8-4708-BF71-893F5C8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528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2D904-D0F5-4DA4-86BC-3C59CAAA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05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03876-E79C-42F1-A6C1-32F7C4E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0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C6747-E809-4E10-AF03-A59787F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3B68F-BAD5-4880-B7FC-656500B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43F02-6D82-4661-8FDF-E8BEF353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/agent/buy-probe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72C70-3F7C-43D2-94AF-46890F9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528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0B742-9BCF-42B3-8203-27D8FE44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05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75BDF-12B8-4530-84AE-FF179150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0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DD45C-5806-4F40-A5CE-DBF41BF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33BFB-0D8F-40C6-A29E-9A917DB3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Resource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837EB-8EC7-4509-8711-82BD3D24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HTTP 402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C3B11-9234-42F2-BC00-F8EDFB0D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CD54A-3743-448F-9002-FEB6D440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7FC62-2C39-48CF-8AA7-D2CDEA2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8AEBC-0064-4933-B898-0041421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12E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E53B9-DD57-4D8C-986C-2097C2E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Firefly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B9A5B-AAFC-42E3-B182-98258A5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approve 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ED02E-F38A-4B5D-8E8C-F9A5E0B7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1F629-0CCD-47AD-9CD1-E599C8BB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05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083E6-C937-4B0D-A8BE-7A0110B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B2145C-7534-4F9D-95C4-30F61F4D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E3F8C6-7294-42F0-98E8-D213D090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Algorand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813420-4442-4B54-97C9-519049D2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TestNet tx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7CDA8-886D-4476-852F-88A07C29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843AE0-217B-4539-8976-2B606D06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05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EF041D-3152-4A1B-90ED-AE4342AB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00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9BA01-94F5-4E5C-B14A-12FD4F7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381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1A02F-CC32-4C44-9E66-EF8987C4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Resource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DA071-871D-4EB7-B968-93DFE88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337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access granted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15B0E-93B0-4A64-8851-A99F22E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9525">
            <a:solidFill>
              <a:srgbClr val="2B59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02ED75-A2EA-44DC-BEBA-333AFED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2442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No separate resource tunnel. No long prompt per run. No private key in Hermes.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AE4FB0-67AB-467F-B848-E87E8EB3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94AF07-DC7C-4314-8CD0-BA259CF0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11136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7DD4A-2449-4208-9B34-14C167BF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FE984-85B3-4FCC-97FF-7890176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EB09C-FE5D-41C6-A6D8-1FD3FF61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7C1B2-12AC-4774-BD07-BDE4730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C92E0-90E8-4F00-B8B3-3C0CF4E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C19E3-3950-48B9-9C76-832FDE74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The trust boundary stays on the user's Mac.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EAE82-3092-41A3-8A4D-09B5BC52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Hermes can request commerce. The local Sign402 Gateway owns Firefly and payment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B6406-0B7B-49D8-8C47-7B585CDE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86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B31D4-5076-44FB-8BC8-9D160D6F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AF4A7-416E-46BF-AB7E-31D76B5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Hermes</a:t>
            </a:r>
          </a:p>
          <a:p xmlns:a="http://schemas.openxmlformats.org/drawingml/2006/main">
            <a:pPr algn="l">
              <a:defRPr sz="18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Telegram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B1198-2C3D-4A7A-A6DD-9805EA10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571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No Algorand private key.</a:t>
            </a:r>
          </a:p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Only receives hashes, tx id,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D668B-BA42-428A-8C7A-10C65A3A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3714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200B8-E362-4F48-B260-5AC25E5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05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LOCAL MAC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B9C39-C90E-4244-8CD0-433EE2A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Sign402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30995-4DFA-49E0-A1A7-E8F31B6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2667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Policy store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Payment commitment builder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serial client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Algorand payment executor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Dashboard event writer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1E7F0-0F6D-43F6-8BE7-BB48FC60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67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C4C9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8C4C9"/>
                </a:solidFill>
                <a:latin typeface="Aptos Mono"/>
                <a:ea typeface="Aptos Mono"/>
                <a:cs typeface="Aptos Mono"/>
              </a:rPr>
              <a:t>127.0.0.1:8099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D8694-BF6A-446D-A31B-291238E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2C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31A9D-B508-4C9F-82FD-CE2C6345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14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4720B-2C2F-4142-8924-F50BB92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E132D-F36A-4D73-8A64-797A834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physical approve/cancel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7C824-938E-4F52-88D7-AAEF5676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2D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9EE60-F1A6-4F91-BA89-9089C3D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SETTLEMENT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E54A4-3B76-4163-9AD3-B9F031C1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29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Algorand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753BB-00BD-4C35-A325-BF41A448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53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TestNet payment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25BA5-FE2D-42CC-9A02-2EEFB044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00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BC00F-F4D3-4D7B-8797-33E1759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7623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F8ECF-BCDF-45F0-8DA0-A74306D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576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61521-CFF8-44C4-933A-1823CF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1F646-3CBD-49FD-A8BE-F0CC6F4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1DD6B-0BF5-4F4D-98B6-4DE62031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7B7BDC-4BAD-4410-828B-ED099F5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61494-6BC9-43F8-A2D7-0FD7B898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43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B3C88-728C-42EA-8326-FE0E89C3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A368D9-3B00-4907-8481-DB6FBA5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86E666-875C-45F9-8180-4148515A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103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DCF56-D7D2-430E-B37D-D57CEE0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04180-874E-4EBC-A9AA-E1369B1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F05C5-BF1D-436A-B3CC-F7F6EC8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2BFF-32E2-4C1F-8E4B-9E15D1F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E5525-D445-4C6A-B5E2-965E469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Firefly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E0460-018E-43F7-87A5-CC6EE68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MVP approval today. Secure signing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ABB71-496B-484E-8566-953D7E27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We are explicit about what the hardware proves in this hackathon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02707-05B4-4488-992F-67224007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2C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8E708-DEA2-498A-85A3-064D83C2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MVP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4A4C8-D523-4D59-A36B-C8041778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Hardware-in-the-loop commitments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AB8D6-3B7D-435C-85B5-C55947CF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7F08A-E621-4796-A296-7A5DA5A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displays policy/payment hash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F7EE5-6978-46D7-8200-F873F11F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B02E4-1053-4B97-AF6C-9BDA517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User physically approves or cancels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D49E3-BF34-433E-A317-0BD73C9F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B71E0-98CD-46EA-9066-82F2248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Gateway stops if hash mismatches or times 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264A9-1F91-4A4A-AB36-4EA84CF1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2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92D02-B1E2-4CEE-A808-E4B7214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MILESTONE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9199F-E0B6-411D-AECD-6EB11F6C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Firefly-held transaction signing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2E728-0148-414B-8482-94A454F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8D722-E979-4891-BE01-5574A043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Private signing key moves off the Mac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A63DE-F0F1-4741-A4DE-4F6001EF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0C086-6D2D-4C73-977D-923252C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Device shows human-readable payment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1A5C8-3ED0-497B-8131-88695727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8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4CA45-783F-4A75-82AF-F75B1FCF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006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Host broadcasts signed Algorand transaction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32CE8-7BD7-4DB3-BBCD-C58F6039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C33CA-ED5F-489C-934E-D1DB874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22669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9930E-D27A-41E2-B16B-AF56B2DD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A849B-75D7-4987-9188-AE25FCA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5CBC2-A414-4E53-B751-2609A4C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7CE7D-8D87-496C-8F6A-4293458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DD269-3D0E-4775-B44A-9BD7873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proof from the latest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BD91B-DEAD-49C6-84C5-12000BA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The demo already executed a Firefly-approved TestNet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A6256-919F-4C9A-99A4-7121B95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These are the values from the verified Telegram short-mode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4FBFD-4E9C-4069-B2DB-AA85837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687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6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A3663-CA6A-4471-9EDD-04368A1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CD53F-D5AA-4542-B7B8-829A24EA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approved_and_executed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B0552-E1E0-4103-B4B4-356521B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A2CB0-811D-482C-9AC7-91427F4D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policyHash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A1217-34C3-4158-90E2-65C51E8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rPr>
              <a:t>c48a9b0b21479ed2ca08dff60c265274f7c5950e7ab4728048f76a5265338490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52CF4-C410-4AF8-9EFD-569F4FB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C0561-C468-49C7-B052-02C4D52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paymentApprovalHash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17CFD-05A9-4E1C-827A-B62F1B78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rPr>
              <a:t>9176849009f5ab571de7eb647f3b718e7ed8c021a991afd9f3ee2c6a3bacea61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C6211-7D70-400F-93DA-AF538078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28AEC-8E0D-47CD-B947-CD0F83E3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txId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FB783-8EAD-4126-82A4-43C6B317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14775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4FAFB"/>
                </a:solidFill>
                <a:latin typeface="Aptos Mono"/>
                <a:ea typeface="Aptos Mono"/>
                <a:cs typeface="Aptos Mono"/>
              </a:rPr>
              <a:t>HGZ2C5BLWRO6GVQPY3ORYHPAN463FFZWMJMJ5XOI52WQQFHWQR7A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D917A-F4DD-4AC3-AD88-4E0B829B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80C10-4F0B-4622-9F56-9EAAF82A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paymentIntent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81365-A907-45A5-9028-132032E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intent-64dc6816b6438a0f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DC6CC-477A-499C-8238-B7E15360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1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F7BB9-D8D9-45C1-8DC3-0C02F9A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DD24B-BB2F-438A-B683-EDDF4BB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reachable, 42 ms, Berlin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DD76C-AC1A-4E6D-88E0-9F33090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C85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C85C"/>
                </a:solidFill>
                <a:latin typeface="Aptos Display"/>
                <a:ea typeface="Aptos Display"/>
                <a:cs typeface="Aptos Display"/>
              </a:rPr>
              <a:t>950000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1393D-2785-4ED3-918F-D0CDF17B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76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remaining budget atomic after one 50000 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D650C-EB38-41D6-A9D9-51FACA51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B6AF1E-B832-4DCD-B10D-F030D6C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238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5C443-6FCC-4226-B8CC-24D90DA7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EF15C-8C28-4A0A-B5B1-69DA009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9525F-16DA-4F5C-A859-65294503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2F1CC-5A2B-460B-A860-9ACA9A0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9CEB0-7A77-4ACD-B29A-D20A54E4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security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763AE-1108-4C96-912F-2B5B32E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Hermes can ask. The gateway decides. Firefly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F1E82-CF93-43B2-81E4-505D2EBD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 system separates agent autonomy from custody and physical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CF2F-AA0E-4388-A4CC-E069038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D1AE1-96A5-41C7-B86B-C863692E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Hermes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E6331-1AAB-49B7-91B9-98280B93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Can request policy and buy-probe endpoint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Cannot see private key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Cannot bypass Firefly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60154-C3C8-4119-A84F-EBC6AFC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6E8F0-923D-49FD-9451-B89EE88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AFECF-781F-4469-9656-E279109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14700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Stores approved policy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Checks budget, asset, purpose, replay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Executes payment only after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5F8CB-F80A-49FD-834D-1DA392CB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7AFF1-9D82-419A-AA89-50C2C24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Firefly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CB5D8-B2FA-45C1-9497-5B27D681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2476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Displays hash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Requires physical approve/cancel</a:t>
            </a:r>
          </a:p>
          <a:p xmlns:a="http://schemas.openxmlformats.org/drawingml/2006/main">
            <a:pPr algn="l">
              <a:defRPr sz="1350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Rejects or timeout stops 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80E6-06C0-40E4-8C5B-AE76BD3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607CF-E8D9-4577-93E8-978795EE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483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Honest MVP claim: Firefly approves commitments now. Firefly cryptographic transaction signing is the next milestone.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343A-FDDD-4E5D-B1E2-64491661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6E272-DFCD-47C1-AEA5-E90EEB1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05298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761F5-3B70-4017-BF36-30F0F2B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AAF0A-B1C6-4DF8-952E-CC5EE760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A3522-2F4A-46A6-8C8D-84DA117D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3FB23-2CDC-4895-A5CE-D48F23FF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E8C2D-5CB7-403B-951F-392FD1F2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C971E-52D3-4F18-9F45-F0003616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From hackathon demo to hardware signer.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886EA-BDFE-42A5-8241-18DF0EB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The current build is ready for a demo. The milestone turns Firefly into the signing root.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979CC-533D-4F6A-BD7D-00C9402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143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2C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5C8B2-03BA-46B8-B440-3D3ABB2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9AC67-AD41-48BF-908E-85E294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short-mode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71C4C-8571-48FA-A257-61A61F4E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Telegram -&gt; gateway -&gt; Firefly -&gt; Algorand -&gt; x402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6F3EF-2AFD-49D4-81FF-F5651BBF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1E12D-34C1-4C6A-9843-7224C8E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86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A8857-1069-4820-9953-FEDA12B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81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2B2C5-C15B-4020-A0CB-3C01CC44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2143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973C7-95A6-4D79-85E1-EA57497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28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Milestone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B4745-6896-4853-BEDE-EF6A999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33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human-readable Firefly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95F0B-35B4-4CD3-B9B5-724E8FC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814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show amount, receiver, resource, policy before approve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BEFCF-D182-423A-886B-AA51C1A3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338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0C316-79EA-4A1F-B768-2D2A81B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86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6DFAC-42ED-456C-A63E-0236611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81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21C2C-E687-48DD-B30C-490385C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143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C6C5E-67C5-4978-A9FE-086019F4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Milestone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89519-5A32-4987-90FE-AD009D6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key custody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6564A-8268-433C-9413-B3700312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move Algorand signing key onto device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30358-49F7-46D5-BFD7-7D4885B2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2F597-92CC-487D-9FC0-4A1CF665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861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76095-EF93-469B-812E-6D85A558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72282-C8FD-494E-80C4-0EBC6D0F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43200"/>
            <a:ext cx="2143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27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CDFAD-D1C6-42DF-9CC4-E4198CC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28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Milestone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EB8730-645D-4727-8642-B32A37D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3375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AFB"/>
                </a:solidFill>
                <a:latin typeface="Aptos"/>
                <a:ea typeface="Aptos"/>
                <a:cs typeface="Aptos"/>
              </a:rPr>
              <a:t>production verifier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C9882-8BC3-4988-A4B8-E6036F7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814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durable replay protection, gateway auth, mainnet mode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90693-4146-46DF-A111-16D045B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D3DD3-95B4-4D9B-8A53-898EED87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58830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5166C1-C535-4F33-B72F-4FD899C5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BF40D-A12F-4C7C-A6D7-0663DA9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86F94-1099-4081-8B8C-404A111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D4A5B-CCF4-40A4-B9B8-68DA03C5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B77D2-F9A2-4168-AC75-7AED2DC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32515-5ED8-4ECE-B907-0AEDF8EE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AFB"/>
                </a:solidFill>
                <a:latin typeface="Aptos Display"/>
                <a:ea typeface="Aptos Display"/>
                <a:cs typeface="Aptos Display"/>
              </a:rPr>
              <a:t>When agents can pay, humans need a hardware approval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CE56E-681E-451E-A193-0920BA2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Sign402 makes x402 agent payments bounded, auditable, and demo-ready on Algorand.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28908-E09C-4430-9182-088635B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92C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07212-8043-4C07-95A9-2C83CD1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What judges should remember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343C-389C-40A7-989E-34F18D6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59984-0BE5-4FF8-B0E4-2575BF6E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Hermes buys an x402-protected resource from Telegram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359D2-C4C2-46E7-8D48-83C16FBE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05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59B3C-66F7-4B8C-B025-36072B59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Firefly approves both policy and exact payment hash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AEBDD-AC52-4CF6-AE95-EE7FAF5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E0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31A27-42EB-4095-AFF9-408BB424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A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AFB"/>
                </a:solidFill>
                <a:latin typeface="Aptos"/>
                <a:ea typeface="Aptos"/>
                <a:cs typeface="Aptos"/>
              </a:rPr>
              <a:t>Algorand settles only after the hardware approval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706C0-7292-4589-A328-038AC669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6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CB659-1CC1-401B-8267-48141684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Prize-track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B9F1A-4A11-4587-8ACC-6EF942F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48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2C754-201A-42B2-8F19-53925E3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147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C7FF"/>
                </a:solidFill>
                <a:latin typeface="Aptos"/>
                <a:ea typeface="Aptos"/>
                <a:cs typeface="Aptos"/>
              </a:rPr>
              <a:t>Agentic Commerce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B1717-BA34-4987-A281-23F5FF86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4EE0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A8922-2F65-4805-A759-443E20D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5287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EE0B8"/>
                </a:solidFill>
                <a:latin typeface="Aptos"/>
                <a:ea typeface="Aptos"/>
                <a:cs typeface="Aptos"/>
              </a:rPr>
              <a:t>x402 on Algorand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75B63-98DE-49EA-9FC9-9F0DE983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24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2B"/>
          </a:solidFill>
          <a:ln xmlns:a="http://schemas.openxmlformats.org/drawingml/2006/main" w="9525">
            <a:solidFill>
              <a:srgbClr val="F7C8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980B1-6C8D-4F7C-B3D0-BED6B1E0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9102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C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C85C"/>
                </a:solidFill>
                <a:latin typeface="Aptos"/>
                <a:ea typeface="Aptos"/>
                <a:cs typeface="Aptos"/>
              </a:rPr>
              <a:t>Infrastructure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7D03B-C995-4B16-B555-13195A8E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244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C4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C4C9"/>
                </a:solidFill>
                <a:latin typeface="Aptos"/>
                <a:ea typeface="Aptos"/>
                <a:cs typeface="Aptos"/>
              </a:rPr>
              <a:t>Next milestone: Firefly-held Algorand signing key and human-readable transaction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E2309-05E6-444F-90E0-8A228969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8D9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D94"/>
                </a:solidFill>
                <a:latin typeface="Aptos"/>
                <a:ea typeface="Aptos"/>
                <a:cs typeface="Aptos"/>
              </a:rPr>
              <a:t>Hermes Sign402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4EA59-DAF7-4A5E-BC6C-9F8E3BA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F8D94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1020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2026-05-24T11:44:38.6320000Z</dcterms:created>
  <dcterms:modified xsi:type="dcterms:W3CDTF">2026-05-24T11:44:38.6320000Z</dcterms:modified>
</coreProperties>
</file>